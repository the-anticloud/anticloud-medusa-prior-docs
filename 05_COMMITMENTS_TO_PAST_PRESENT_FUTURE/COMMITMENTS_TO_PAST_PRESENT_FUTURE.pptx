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Commitments To Past Present Future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MEDUSA | Category: CLOTHING_RETAIL</a:t>
            </a:r>
          </a:p>
          <a:p>
            <a:r>
              <a:rPr sz="1400"/>
              <a:t>Upstream: https://github.com/medusajs/medusa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commitments to past, present &amp; future for the Anticloud integration of MEDUSA.</a:t>
            </a:r>
          </a:p>
          <a:p>
            <a:r>
              <a:rPr sz="1400"/>
              <a:t>Fashion-ready e-commerce platform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MEDUSA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